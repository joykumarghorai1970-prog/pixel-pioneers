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5836b4566f403b" /><Relationship Type="http://schemas.openxmlformats.org/officeDocument/2006/relationships/extended-properties" Target="/docProps/app.xml" Id="R7435ba7cbde943ad" /><Relationship Type="http://schemas.openxmlformats.org/officeDocument/2006/relationships/officeDocument" Target="/ppt/presentation.xml" Id="Rae8bbf4af4f247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c69cc61e9046a4"/>
  </p:sldMasterIdLst>
  <p:notesMasterIdLst>
    <p:notesMasterId xmlns:r="http://schemas.openxmlformats.org/officeDocument/2006/relationships" r:id="Ra11c884c38ab4bec"/>
  </p:notesMasterIdLst>
  <p:sldIdLst>
    <p:sldId xmlns:r="http://schemas.openxmlformats.org/officeDocument/2006/relationships" id="256" r:id="R9599e55ac3c14fa3"/>
    <p:sldId xmlns:r="http://schemas.openxmlformats.org/officeDocument/2006/relationships" id="257" r:id="R10ed5120d93d4a09"/>
    <p:sldId xmlns:r="http://schemas.openxmlformats.org/officeDocument/2006/relationships" id="258" r:id="Rc302fb17333d4350"/>
    <p:sldId xmlns:r="http://schemas.openxmlformats.org/officeDocument/2006/relationships" id="259" r:id="Re70cc26e25ed40db"/>
    <p:sldId xmlns:r="http://schemas.openxmlformats.org/officeDocument/2006/relationships" id="260" r:id="R43b5c6545a434b9a"/>
    <p:sldId xmlns:r="http://schemas.openxmlformats.org/officeDocument/2006/relationships" id="261" r:id="Re4c9095899b042cb"/>
    <p:sldId xmlns:r="http://schemas.openxmlformats.org/officeDocument/2006/relationships" id="262" r:id="R3e32ada42a3040bd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04306d622340a0" /><Relationship Type="http://schemas.openxmlformats.org/officeDocument/2006/relationships/slideMaster" Target="/ppt/slideMasters/slideMaster1.xml" Id="R6cc69cc61e9046a4" /><Relationship Type="http://schemas.openxmlformats.org/officeDocument/2006/relationships/notesMaster" Target="/ppt/notesMasters/notesMaster1.xml" Id="Ra11c884c38ab4bec" /><Relationship Type="http://schemas.openxmlformats.org/officeDocument/2006/relationships/presProps" Target="/ppt/presProps.xml" Id="R4fffcaf9869d4a35" /><Relationship Type="http://schemas.openxmlformats.org/officeDocument/2006/relationships/viewProps" Target="/ppt/viewProps.xml" Id="Rc322de0c424b428b" /><Relationship Type="http://schemas.openxmlformats.org/officeDocument/2006/relationships/tableStyles" Target="/ppt/tableStyles.xml" Id="Rfdb69533c286430f" /><Relationship Type="http://schemas.openxmlformats.org/officeDocument/2006/relationships/slide" Target="/ppt/slides/slide1.xml" Id="R9599e55ac3c14fa3" /><Relationship Type="http://schemas.openxmlformats.org/officeDocument/2006/relationships/slide" Target="/ppt/slides/slide2.xml" Id="R10ed5120d93d4a09" /><Relationship Type="http://schemas.openxmlformats.org/officeDocument/2006/relationships/slide" Target="/ppt/slides/slide3.xml" Id="Rc302fb17333d4350" /><Relationship Type="http://schemas.openxmlformats.org/officeDocument/2006/relationships/slide" Target="/ppt/slides/slide4.xml" Id="Re70cc26e25ed40db" /><Relationship Type="http://schemas.openxmlformats.org/officeDocument/2006/relationships/slide" Target="/ppt/slides/slide5.xml" Id="R43b5c6545a434b9a" /><Relationship Type="http://schemas.openxmlformats.org/officeDocument/2006/relationships/slide" Target="/ppt/slides/slide6.xml" Id="Re4c9095899b042cb" /><Relationship Type="http://schemas.openxmlformats.org/officeDocument/2006/relationships/slide" Target="/ppt/slides/slide7.xml" Id="R3e32ada42a3040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bab99066d44d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c4760de4f44a32" /><Relationship Type="http://schemas.openxmlformats.org/officeDocument/2006/relationships/notesMaster" Target="/ppt/notesMasters/notesMaster1.xml" Id="R584de1d06aa541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99203aa5754f88" /><Relationship Type="http://schemas.openxmlformats.org/officeDocument/2006/relationships/notesMaster" Target="/ppt/notesMasters/notesMaster1.xml" Id="Rcb808b5873eb4e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2a693b0feb4a03" /><Relationship Type="http://schemas.openxmlformats.org/officeDocument/2006/relationships/notesMaster" Target="/ppt/notesMasters/notesMaster1.xml" Id="R044d3afc5e4444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351536ea96491a" /><Relationship Type="http://schemas.openxmlformats.org/officeDocument/2006/relationships/notesMaster" Target="/ppt/notesMasters/notesMaster1.xml" Id="R108c0570492241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94749efec84e0a" /><Relationship Type="http://schemas.openxmlformats.org/officeDocument/2006/relationships/notesMaster" Target="/ppt/notesMasters/notesMaster1.xml" Id="R9ae2ebae53bf44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b7438f17884af7" /><Relationship Type="http://schemas.openxmlformats.org/officeDocument/2006/relationships/notesMaster" Target="/ppt/notesMasters/notesMaster1.xml" Id="Rfc2c05b3140647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86871e2a844c64" /><Relationship Type="http://schemas.openxmlformats.org/officeDocument/2006/relationships/notesMaster" Target="/ppt/notesMasters/notesMaster1.xml" Id="Rc6b8d36c90ae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CampusNext_PRD.md, CampusNext_System_Flow.md, CampusNext_UIUX.md. Team and college metadata were not provided, so bracketed fields remain for completion.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1–4 and CampusNext_System_Flow.md sections 1–3. Claims describe the stated problem and target users, not measured pilot outcomes.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1, 5–8 and CampusNext_System_Flow.md section 1. The workflow is the proposed product flow.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9–10, CampusNext_System_Flow.md section 4, campusnext/README.md. The current artifact is a local interactive prototype; live Notion access is a production requirement, not a completed integration claim.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7–10, CampusNext_System_Flow.md sections 6–7, campusnext/README.md. Prototype boundary: local sample records and explicit Notion-not-connected state.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campusnext/README.md demonstration sequence and verification notes; campusnext/data.js synthetic demo records. The demo dataset is synthetic and the prototype persists locally in the browser.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campusnext/README.md honest implementation boundary and CampusNext_PRD.md sections 12–13. Production work remains for authentication, scoped Notion sync, OCR/extraction, retries and notifications.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58822274b43e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63d9ecd08340bd" /><Relationship Type="http://schemas.openxmlformats.org/officeDocument/2006/relationships/slideLayout" Target="/ppt/slideLayouts/slideLayout1.xml" Id="Rb3c942949f2342e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c942949f2342e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7f24b1c034e8d" /><Relationship Type="http://schemas.openxmlformats.org/officeDocument/2006/relationships/notesSlide" Target="/ppt/notesSlides/notesSlide1.xml" Id="R26e98ce33ea848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05cc2b3fd4eda" /><Relationship Type="http://schemas.openxmlformats.org/officeDocument/2006/relationships/notesSlide" Target="/ppt/notesSlides/notesSlide2.xml" Id="Rdbdfa3435baf46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d75123a764ae9" /><Relationship Type="http://schemas.openxmlformats.org/officeDocument/2006/relationships/notesSlide" Target="/ppt/notesSlides/notesSlide3.xml" Id="Rfe4af32907614c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9b09d25104510" /><Relationship Type="http://schemas.openxmlformats.org/officeDocument/2006/relationships/notesSlide" Target="/ppt/notesSlides/notesSlide4.xml" Id="R0ef37569463e4c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1f855256c4009" /><Relationship Type="http://schemas.openxmlformats.org/officeDocument/2006/relationships/notesSlide" Target="/ppt/notesSlides/notesSlide5.xml" Id="Rcf4dc548c8f841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ebb692ca94214" /><Relationship Type="http://schemas.openxmlformats.org/officeDocument/2006/relationships/notesSlide" Target="/ppt/notesSlides/notesSlide6.xml" Id="R572ebdcecccf49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c4027fe724a30" /><Relationship Type="http://schemas.openxmlformats.org/officeDocument/2006/relationships/notesSlide" Target="/ppt/notesSlides/notesSlide7.xml" Id="R1f0a4b65f0b342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D59FA6-3412-4F2A-9673-F3CC7608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1440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B8841E"/>
                </a:solidFill>
                <a:latin typeface="Georgia"/>
                <a:ea typeface="Georgia"/>
                <a:cs typeface="Georgia"/>
              </a:rPr>
              <a:t>Pixel Pioneers × CampusNext</a:t>
            </a:r>
            <a:endParaRPr sz="1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93C8B6-F06F-4162-9500-EE3ED65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CampusNext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9960C3-8BFE-482A-90A2-F36FB50F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7863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D9CFE8"/>
                </a:solidFill>
                <a:latin typeface="Calibri"/>
                <a:ea typeface="Calibri"/>
                <a:cs typeface="Calibri"/>
              </a:rPr>
              <a:t>Turn campus updates into a clear next action</a:t>
            </a:r>
            <a:endParaRPr sz="1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44F9BF-64D3-4615-9840-758D9F78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4EFEA7-0A85-4D2B-86DC-3BD5781D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ID: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KBC-NOTION-01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name: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Pixel Pioneers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College: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KIIT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Demo: campusnext/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Repo: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[add URL]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AFE5CE1-7F8B-45B3-808C-C0D1BE84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Kaun Banega Codepati 2026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91633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507D65-C56E-46C7-84C4-CEB9FF07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72BE8A-0B1E-45F7-BC0F-FFBC469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Problem &amp; Users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0824D9-9FFB-4C0A-B237-F3175C93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Problem Understanding (15%)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DC41816-6B37-436A-A59D-E5777106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2A1BF2-3FE2-492E-9833-E70186CB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3F69B0B-AD71-4248-8155-A4FBE087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E88E59C-CDDE-4BF0-A370-15F87C8A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B182118-7AAA-46F9-B610-ACD314E0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B57963-A202-48FA-BF86-8BCD5BC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The problem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8AE6C9C-CAAA-43FB-9BFB-5B329CA0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 information is spread across notices, posters and forms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Students miss relevance, requirements or the next step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Deadline changes leave saved plans stale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Coordinators cannot see blockers or follow-through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A4808F7-D6DF-495C-B93A-23DA01C6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619BB9A-F8AC-40F7-A876-1138EAF0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049CB6-B4DA-4631-8191-14A6E8A0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Users &amp; roles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9A0B65E-E20C-4D42-9639-D5EED3A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Students: discover, prepare, collaborate and track progress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Coordinators: publish verified information and confirm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Admins: manage roles, workspace mapping and connection health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Scenario: a hackathon notice becomes a team plan, then absorbs a deadline change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95591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47573BC-3407-4B5B-A2DA-130B92C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8D557C6-B0F4-4BBE-B174-2778E5BB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Solution &amp; Workflow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49F286-394D-4C68-9953-973D29B0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Announcement to outcome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9CF51A0-9F76-4A42-9182-4C43CDC4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EF6B93-BAAC-4340-9DCC-8B902169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F0B6F04-11C2-49E9-90E2-65AA6D85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228A2AD-5D36-481F-987F-3300098C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C833081-A95B-484B-9C0F-8CDE4B1B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Publish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80D8E22-FB77-4334-827B-956520B6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3670997-F4B3-4733-946A-7C6212A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Discover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7F3B098-F307-41F6-B2E1-8A417C20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78B8DF6-833D-4997-A7C6-30B6FCC9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Prepare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DC20CA1-1E0A-4562-8DE4-C3FDA8BD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46DB1A-35DC-4F29-B7ED-7B547316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Collaborate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E83915E-0D6F-4F7D-9C13-D25AC363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D6A6F35-9B76-430D-A5CC-2FACC9D4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Participate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CDAEC2C-A090-4C46-8561-AA02A54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40233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662FB6E-7747-4A1A-934E-3576CF9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6400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D655A41-C32A-4F96-8C56-60EB1F1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What happens at each step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CEA3B44-5636-4313-BF88-35D7F6A3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3703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 notice or Notion edit becomes a verified source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CampusNext explains relevance, readiness and dependencies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Approved records link opportunities, teams, tasks and outcomes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839E388-0C87-4E7F-9558-55B0CF41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40233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5A34287-279B-4868-92D6-CF4FD27D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6400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E5C70E0-B0F5-4208-952C-F63613C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51460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Key features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D8A1034-5255-42B0-901B-12BC747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880360"/>
            <a:ext cx="3703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 and coordinator workspaces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Food + goodies filters use AND logic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Streaks, freezes and change-impact proposals
Role views: student, coordinator and admin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50566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C4B0E6-183B-49EE-9D79-B7B69246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917E6E-779B-436C-9A76-722040DF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Architecture &amp; Data Flow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EE185D-1EEB-4A3C-89D6-6C16EA0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Technical Implementation (20%)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4E9FF9-6528-48CE-A43C-55BE73A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109483-6A28-4F28-BBD0-16FDBD07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3CF9807-90E2-47BC-844C-B1F488ED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808E496-C807-4F91-9518-8837C71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326C700-EFA2-4511-BC51-E19A423F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Student web app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[responsive HTML/CSS/JS]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775061B-D54B-4A5E-A13B-C75C5319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9EFB0CD-573B-499B-9817-7F513233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9E4ED02-95AC-4659-88AF-2D9750BA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Backend / API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[Node.js + auth routes]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E3B7F7-B712-4ED3-B9F2-5B96E85B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03C2C30-0FCA-42EB-9AB8-1CD15822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F8B4DD1-014F-46FA-BB5E-302C2A9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Domain layer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[discovery + plans + streaks]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F0DB395-E63D-45CB-8613-1A43EB3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1C878F1-6E2F-47B3-8613-0F16526B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81F82C-7047-4E66-A657-4E809D8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Notion API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[scoped records + sync]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DA8976D-D117-4ACF-A842-55B836F4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4023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FCABA14-06B5-49A4-BB17-D2C10354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5163BFC-8CCD-4645-889E-612A62C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Data model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8DA893E-298E-4574-9902-E9DF19A8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3703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Announcement → opportunity → save → team → task → outcome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Stable IDs, source revisions and visibility scopes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Authorization stays in the service layer, not in filtered views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FAB56B8-F81F-4554-8A59-82A918B7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97480"/>
            <a:ext cx="4023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2DDF06C-C701-4E06-AA47-EBFAF137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9748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F5E160-3204-4AE6-8329-54E7E3E8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8892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Reliability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3A0A46F-6D6F-41A9-AC40-81ED6883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154680"/>
            <a:ext cx="3703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Idempotent retries prevent duplicate writes and credits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Notion edits create reviewable change proposals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Source links and update times support explainable answers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79624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B3BF95-FED7-42A1-BCC5-666BEE31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DF9893-C3BF-460A-8BA9-47934B7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Notion Integration &amp; Innovation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11F0F1-1DDC-4DE4-8E83-126AC1F7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Notion Integration (15%) + Innovation (15%)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42AE9B1-1725-49ED-83A1-D28CD21C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6DFDA7A-CF11-4E12-8219-4462BB7B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B1E386-E005-4048-ABA4-4015AB72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04FDBED-A169-4BB6-8780-85879294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7590CF4-9C58-48A4-A4C6-88952A6E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267334-C8B6-44B6-941A-F53F185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How Notion is used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2739C5F-7475-499F-8B4A-015BCF84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Operational records: announcements, opportunities, tasks, teams and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Planned writes: publish, accepted plans, memberships, activity and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Planned reads: authorized discovery, source links and change detection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Prototype today: local sample records; Notion health is explicit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373688F-648F-4662-B74D-EFB26DEC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C3DB00D-0A0F-457F-AB49-2FC05481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EE1133-DA4A-429F-A3CE-F5414926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What makes us different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8B1758-95E5-4138-8210-D9693E2B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One path from campus notice to an accepted next action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Explainable discovery from interests, workload and requirements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TeamBridge shows only opted-in collaborators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Changes propose revised dates without overwriting personal edits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39671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7B26D3D-173C-451A-B7D7-8F407211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77062EE-A6E3-4211-A469-5FE503F2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Prototype &amp; Live Demo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576590-A3AA-46DD-AB66-D4B3C862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Working Prototype (15%) + Presentation &amp; Demo (10%)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379A98D-A020-4C3C-8257-2A337DE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8DC4E8-5D35-40EF-818C-836BED1C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C884296-6DB2-4D0D-809F-37D5CBA6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227F3EF-5F0B-4BEC-97EC-4F676F3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20624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6"/>
          </a:solidFill>
          <a:ln xmlns:a="http://schemas.openxmlformats.org/drawingml/2006/main" w="12700">
            <a:solidFill>
              <a:srgbClr val="C9BEE0"/>
            </a:solidFill>
            <a:prstDash val="dash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369DF6-467E-49A4-A612-33BAB512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20624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CampusNext interactive prototype
Student workspace: Today · Explore · Tasks · Teams · Profile
Coordinator workspace: Overview · Review queue · Participation
Local sample data, saved in the browser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ACC94D2-4391-476E-9E61-DC40D6C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7079E6-8307-4774-AF7B-2B1C20E6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F2A63D1-0B32-41DD-A19A-EEE4B110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0876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Demo script (3–5 min)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E81F96-0FFF-4A96-B20C-7224C36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74520"/>
            <a:ext cx="35204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1. Explore and enable Food + Goodies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2. Save Hack the Campus 2026 and review readiness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3. Accept Ishita's invitation and take a task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4. Complete a task and show the personal/buddy streak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5. Review the deadline change and keep or edit the plan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6. Record an outcome, then switch to coordinator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10135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B68207-D892-4DA7-B071-324E0DEA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A7E147-9EC2-45A4-BAE4-449ACC07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Feasibility, Scalability &amp; Next Steps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B337F4-B8C8-443D-BFA0-6C0E4D65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Feasibility &amp; Scalability (10%)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425A40-8609-4F06-B9CA-6F7E484D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3D0BB1-898F-409E-8A1F-77DEEFD1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DC7E7C-FB4E-4D1C-99E2-99AF0D09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D2B6176-C3DE-486F-B638-B05EAB54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6FF76F8-663D-4B35-80AF-7B084869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C2FA677-9DEC-4156-9BF2-16954CF0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Feasibility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2508CE-4CFB-49D2-B088-C523A17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Runs today as a local Node.js prototype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 package install needed; sample data makes demos repeatable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Production needs authentication, scoped Notion access and retries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05F7E7E-69EE-45FF-9316-29EA5610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6ABAD50-3F1D-4150-8F01-56DB3CF6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A51842E-7746-4A1D-81F6-763AE34D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Scalability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A170392-59A6-4044-81E7-57A22E25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Domain rules isolate discovery, plans, teams and streaks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Stable IDs and idempotency prevent duplicate records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Start with one campus pilot, then add institutions and connectors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3E84658-0E6C-48CE-B24F-4E60AB7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DEFB33C-C563-4A7E-AAAD-503C3224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8C096E4-AEA8-4FC1-9942-6C21918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Roadmap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F9F1684-EBB7-4FAB-92F6-535E7FD7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Now: validate the core journey with students and coordinators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Next: live Notion sync, OCR/extraction, auth and notifications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Measure activation, completion, team formation and useful discovery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866051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2026-10-02T20:41:49.8040000Z</dcterms:created>
  <dcterms:modified xsi:type="dcterms:W3CDTF">2026-10-02T20:41:49.8040000Z</dcterms:modified>
</coreProperties>
</file>