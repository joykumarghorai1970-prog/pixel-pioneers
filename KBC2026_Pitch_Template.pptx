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Kinetex Lab × Notion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Project Name]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tagline: what it does and for whom]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0" cy="0"/>
          </a:xfrm>
          <a:prstGeom prst="line">
            <a:avLst/>
          </a:prstGeom>
          <a:noFill/>
          <a:ln w="2540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ID: KBC-NOTION-0[1 / 2 / 3]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[Team]   |   Members: [Name 1, Name 2, Name 3, Name 4]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[KIIT]   |   Demo link: [URL]   |   Repo: [GitHub URL]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scattered or broken today?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the pain, and how often?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/ scenario (e.g. missed deadline, lost decision)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status quo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&amp;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1: [e.g. Student / Researcher / Organizer]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2: [e.g. Club coordinator / Mentor / Volunteer]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role needs to get done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scenario we are solving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Structure (AI)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Sync to Notion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 / Search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Insights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at each step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[announcement / notes / event change]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output: [records, tasks, decisions, links]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write: [pages &amp; databases touched]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requirements covered: [list]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layer features: [list]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views: [which roles]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Data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(20%)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[React / Flutter / ...]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[FastAPI / Node / ...]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[LLM + RAG + extraction]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[Databases + pages]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key relations (e.g. Event → Task → Member)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/ auth approach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output is labelled vs verified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strategy &amp; error handling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/ traceability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why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Integration &amp; Innovation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Integration (15%) + Innovation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Notion is used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created / synced: [names]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operations: [examples]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is active in the workflow, not a static page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Live-sync proof: [what we will show]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idea: [1 line]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built: [RAG, impact analysis, simulation...]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vs verified source: [how shown]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existing tools: [gap we fill]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&amp; 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(15%) + Presentation &amp; Demo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solidFill>
            <a:srgbClr val="EFEAF6"/>
          </a:solidFill>
          <a:ln w="12700">
            <a:solidFill>
              <a:srgbClr val="C9BEE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/ GIF of the prototype]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script (3–5 min)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arrives: [scenario]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structures it, syncs to Notion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Role A takes 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Role B sees update / asks a question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Insight, alert or report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dataset: [synthetic / real]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Feasibility, Scalability &amp;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 [existing campus tools]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effort: [low / medium]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[APIs, hosting]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 club to whole campus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Multi-team / multi-event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rate limits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days: [..]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features: [..]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ask /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KBC 2026 Pitch Deck Template</dc:title>
  <dc:subject>PptxGenJS Presentation</dc:subject>
  <dc:creator>PptxGenJS</dc:creator>
  <cp:lastModifiedBy>PptxGenJS</cp:lastModifiedBy>
  <cp:revision>1</cp:revision>
  <dcterms:created xsi:type="dcterms:W3CDTF">2026-10-02T14:17:56Z</dcterms:created>
  <dcterms:modified xsi:type="dcterms:W3CDTF">2026-10-02T14:17:56Z</dcterms:modified>
</cp:coreProperties>
</file>